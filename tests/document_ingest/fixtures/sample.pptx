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1 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슬라이드 1의 내용입니다. 이 슬라이드에는 여러 텍스트가 포함됩니다.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2 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슬라이드 2의 내용입니다. 이 슬라이드에는 여러 텍스트가 포함됩니다.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3 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슬라이드 3의 내용입니다. 이 슬라이드에는 여러 텍스트가 포함됩니다.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4 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슬라이드 4의 내용입니다. 이 슬라이드에는 여러 텍스트가 포함됩니다.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5 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슬라이드 5의 내용입니다. 이 슬라이드에는 여러 텍스트가 포함됩니다.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